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0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92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TRAINING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Reconnaître, comprendre et se protéger des attaques de phishing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CodeAlpha  •  Cyber Security Internship  •  Sarah Boucherou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le phishing 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phishing (hameçonnage) est une technique d'ingénierie sociale par laquelle un attaquant se fait passer pour une entité de confiance (banque, entreprise, collègue) afin de pousser la victime à révéler des informations sensibles ou à installer un logiciel malveillant.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554480"/>
            <a:ext cx="5120640" cy="1188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0" y="1664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212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cyberattaques commencent par un email de phishing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2971800"/>
            <a:ext cx="5120640" cy="1188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0" y="3081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clic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630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suffit parfois à compromettre un compte ou un réseau entier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4389120"/>
            <a:ext cx="5120640" cy="11887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44988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n°1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5047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employés, souvent plus que les systèmes techniques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MÉCANISME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fonctionne une attaque de phishing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9496" y="29260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" y="29260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Attaquant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05456" y="292608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25496" y="29260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25496" y="29260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Faux email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SMS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91456" y="292608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11496" y="29260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1496" y="29260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victime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292608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97496" y="29260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97496" y="29260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Faux site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63456" y="292608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83496" y="29260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83496" y="29260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volés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634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L'attaquant exploite la confiance et l'urgence plutôt qu'une faille technique : c'est de l'ingénierie sociale.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signes qui doivent alerter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expéditeur suspecte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89280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domaine légèrement modifié (ex: paypa1.com au lieu de paypal.com).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51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Urgence excessive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9008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"Votre compte sera bloqué dans 10 minutes" — la pression pousse à agir vite, sans réfléchir.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749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étrange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087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URL qui ne correspond pas au site officiel une fois survolée.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Fautes inhabituelles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89280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Fautes d'orthographe ou de grammaire dans un message soi-disant officiel.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697480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651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d'informations sensibles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99008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de passe, code de carte bancaire, code OTP demandés par email ou SMS.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CONCRET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réel d'email de phishing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206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0D4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766560" cy="502920"/>
          </a:xfrm>
          <a:prstGeom prst="rect">
            <a:avLst/>
          </a:prstGeom>
          <a:solidFill>
            <a:srgbClr val="E4E6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 message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: 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support@paypa1-security.com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: 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sarah@example.com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 : 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Votre compte sera suspendu sous 24h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 client,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avons détecté une activité inhabituelle sur votre compte. Pour éviter la suspension définitive, veuillez confirmer votre identité immédiatement en cliquant sur le lien ci-dessous.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Confirmer mon compte maintenant ]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Ceci est un message automatique, merci de ne pas répondre.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c'est suspect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057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Domaine "paypa1-security.com" ≠ paypal.com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743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Ton urgent ("suspendu sous 24h")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429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Bouton d'action générique, pas de personnalisation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4114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Aucun moyen de contacter un vrai support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PRÉVENTION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se protéger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l'expéditeur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163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contrôler le domaine exact de l'adresse email, pas juste le nom affiché.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jamais cliquer dans l'urgence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163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Prendre 30 secondes pour réfléchir avant d'agir sur un message pressant.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87452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Survoler les liens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8163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l'URL réelle avant de cliquer, sans cliquer.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le MFA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double authentification limite les dégâts même si le mot de passe est volé.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97764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Taper l'URL soi-même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 directement sur le site officiel plutôt que suivre un lien reçu.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4F5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397764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Transférer l'email suspect à l'équipe IT / sécurité au lieu de le supprimer simplement.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A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recevez un email disant que votre compte sera supprimé dans 10 minutes.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faites-vous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3A4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6517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6517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immédiatement sur le lien pour éviter la suppression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E7A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7033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7033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l'expéditeur et le site officiel avant toute action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3703320"/>
            <a:ext cx="21031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Bonne réponse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3A4A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7548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7548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Répondre à l'email avec son mot de passe pour confirmer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3852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phishing exploite la psychologie humaine, pas une faille technique.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1576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14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vérifier l'expéditeur, le domaine et l'URL avant d'agir.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9300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291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L'urgence artificielle est le signal d'alerte n°1.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27024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069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MFA (double authentification) reste la meilleure protection résiduelle.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4748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846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cas de doute : ne pas cliquer, signaler à l'équipe sécurité / IT.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Boucherou  •  CodeAlpha Cyber Security Internship  •  Task 2: Phishing Awareness Training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5503</TotalTime>
  <Words>605</Words>
  <Application>Microsoft Office PowerPoint</Application>
  <PresentationFormat>Grand écran</PresentationFormat>
  <Paragraphs>119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Compte Microsoft</cp:lastModifiedBy>
  <cp:revision>3</cp:revision>
  <dcterms:created xsi:type="dcterms:W3CDTF">2026-09-17T19:07:09Z</dcterms:created>
  <dcterms:modified xsi:type="dcterms:W3CDTF">2026-09-21T15:09:20Z</dcterms:modified>
</cp:coreProperties>
</file>